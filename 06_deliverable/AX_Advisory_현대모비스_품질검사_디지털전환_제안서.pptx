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검사방식 x 근무조별 평균 검출률(%)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야간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Vision AI</c:v>
                  </c:pt>
                  <c:pt idx="1">
                    <c:v>육안검사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86.6</c:v>
                </c:pt>
                <c:pt idx="1">
                  <c:v>75.3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주간</c:v>
                </c:pt>
              </c:strCache>
            </c:strRef>
          </c:tx>
          <c:spPr>
            <a:solidFill>
              <a:srgbClr val="E88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Vision AI</c:v>
                  </c:pt>
                  <c:pt idx="1">
                    <c:v>육안검사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89.9</c:v>
                </c:pt>
                <c:pt idx="1">
                  <c:v>81.5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검사방식별 평균 소요시간(초/개)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소요시간(초)</c:v>
                </c:pt>
              </c:strCache>
            </c:strRef>
          </c:tx>
          <c:spPr>
            <a:solidFill>
              <a:srgbClr val="E88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Vision AI</c:v>
                  </c:pt>
                  <c:pt idx="1">
                    <c:v>육안검사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1.87</c:v>
                </c:pt>
                <c:pt idx="1">
                  <c:v>4.51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ADVISORY PREP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현대모비스 품질검사 프로세스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Digital·AI 기반 전환 제안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 검사 도입과 데이터 표준화를 통한 품질 경쟁력 강화 방안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1828800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삼일PwC AX Advisory 지원 준비 프로젝트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6263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제안의 핵심 요약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As-Is 진단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품질검사 프로세스가 육안검사에 상당 부분 의존, 검사자 편차 및 데이터 파편화 문제 존재 (공개자료 기반 추정)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9120" y="155448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288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제안 방향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663440" y="28803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표준화 → Vision AI 검사 파일럿 → 실시간 이상탐지 순으로 단계적 전환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0" y="155448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288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0392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기대 효과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503920" y="28803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 기준 검출률 +9.8%p, 검사시간 -58%, 미검출 불량 리스크 감소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617720"/>
            <a:ext cx="1120140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7" name="Text 12"/>
          <p:cNvSpPr/>
          <p:nvPr/>
        </p:nvSpPr>
        <p:spPr>
          <a:xfrm>
            <a:off x="868680" y="4800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68680" y="5120640"/>
            <a:ext cx="10561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현대모비스 1차 벤더사 (주)오토닉스 감사 경험에서 출발 — 매출 90% 이상을 원청사에 의존하는 구조를 목격하며, 원청사의 프로세스 혁신이 협력사 생태계 전반에 미치는 영향력에 주목하게 됨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배경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0" cy="49377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08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현대모비스인가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벤더사 (주)오토닉스 감사 수행 경험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오토닉스 매출의 90% 이상이 현대모비스向 — 원청 의존적 공급망 구조 목격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원청사(현대모비스)의 프로세스·품질 기준이 협력사 생태계 전체 경쟁력을 좌우한다는 점을 체감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이를 계기로 현대모비스를 직접 분석 대상으로 선정, Digital/AI 관점의 개선 기회를 탐색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탐색 배경 흐름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5080" y="2103120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1031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86600" y="210312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오토닉스 감사 수행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23960" y="2788920"/>
            <a:ext cx="0" cy="25603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3044952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3044952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6600" y="304495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원청 의존 구조 확인 (매출 90%+)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23960" y="3730752"/>
            <a:ext cx="0" cy="25603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3986784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3986784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86600" y="3986784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원청사 프로세스 영향력 체감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23960" y="4672584"/>
            <a:ext cx="0" cy="25603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4928616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4928616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86600" y="4928616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현대모비스 분석 프로젝트 착수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현대모비스 현황 및 스마트팩토리 동향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공개자료 기반 리서치 요약 (출처: 현대모비스/현대오토에버 공식 발표자료)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M-SPHERE 2024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비전검사 통합 품질기술 등 42종의 부품제조 신기술을 협력사 대상 공개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89120" y="15087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830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23317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스마트팩토리 솔루션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63440" y="2880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현대오토에버가 MES·디지털트윈·비전 AI 결함탐지 솔루션 제공 중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0" y="15087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830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03920" y="23317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테크기업 전환 선언 (2026.05)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503920" y="2880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피지컬 AI·로봇 액추에이터 분야로 확장, R&amp;D 투자 분기 첫 2조원 돌파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이것이 의미하는 것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48640" y="4434840"/>
            <a:ext cx="11064240" cy="17373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461772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M-SPHERE에서 비전검사 기술을 별도 소개 전시했다는 것은, 아직 전 라인에 일괄 적용된 상태가 아니라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도입·확산 초기 단계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임을 시사합니다. 본 제안은 이 확산 여정에서 협력사까지 포함한 데이터·AI 기반 전환을 가속화하는 방안을 다룹니다.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As-Is: 품질검사 프로세스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공개자료 기반 추정 흐름 — 내부 실제 프로세스가 아닌 합리적 가정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 입고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/자재검수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2057400"/>
            <a:ext cx="3200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80360" y="16002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600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표면실장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2057400"/>
            <a:ext cx="3200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20640" y="16002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600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2057400"/>
            <a:ext cx="3200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60920" y="16002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8833A"/>
          </a:solidFill>
          <a:ln w="19050">
            <a:solidFill>
              <a:srgbClr val="E883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1600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품질검사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81160" y="2057400"/>
            <a:ext cx="3200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01200" y="16002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1600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포장/출하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품질검사 세부 흐름 (Swimlane)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14630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33756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생산라인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0" y="3337560"/>
            <a:ext cx="9601200" cy="960120"/>
          </a:xfrm>
          <a:prstGeom prst="rect">
            <a:avLst/>
          </a:prstGeom>
          <a:solidFill>
            <a:srgbClr val="F0F3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03120" y="3456432"/>
            <a:ext cx="9418320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3456432"/>
            <a:ext cx="94183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조립완료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이동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370832"/>
            <a:ext cx="14630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370832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검사팀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011680" y="4370832"/>
            <a:ext cx="9601200" cy="960120"/>
          </a:xfrm>
          <a:prstGeom prst="rect">
            <a:avLst/>
          </a:prstGeom>
          <a:solidFill>
            <a:srgbClr val="FDEE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4489704"/>
            <a:ext cx="2217420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4489704"/>
            <a:ext cx="22174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외관검사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(육안)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11980" y="4850892"/>
            <a:ext cx="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503420" y="4489704"/>
            <a:ext cx="2217420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03420" y="4489704"/>
            <a:ext cx="22174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기능검사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(전기적 특성)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12280" y="4850892"/>
            <a:ext cx="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903720" y="4489704"/>
            <a:ext cx="2217420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4489704"/>
            <a:ext cx="22174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정밀검사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212580" y="4850892"/>
            <a:ext cx="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304020" y="4489704"/>
            <a:ext cx="2217420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04020" y="4489704"/>
            <a:ext cx="22174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검사결과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5404104"/>
            <a:ext cx="14630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5404104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품질관리팀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011680" y="5404104"/>
            <a:ext cx="9601200" cy="960120"/>
          </a:xfrm>
          <a:prstGeom prst="rect">
            <a:avLst/>
          </a:prstGeom>
          <a:solidFill>
            <a:srgbClr val="EDEF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03120" y="5522976"/>
            <a:ext cx="3017520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03120" y="5522976"/>
            <a:ext cx="30175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불량데이터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집계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212080" y="5884164"/>
            <a:ext cx="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303520" y="5522976"/>
            <a:ext cx="3017520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0" y="5522976"/>
            <a:ext cx="30175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불량원인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412480" y="5884164"/>
            <a:ext cx="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503920" y="5522976"/>
            <a:ext cx="3017520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03920" y="5522976"/>
            <a:ext cx="30175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48640" y="652881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 재작업 시 생산라인으로 피드백 루프 발생 (품질관리팀 → 생산라인)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Point 진단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프로세스 분석을 통해 도출한 3가지 핵심 이슈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육안검사 의존에 따른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검출률 편차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검사자 숙련도·피로도에 따라 검출 기준이 흔들릴 가능성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874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검사 결과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파편화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63440" y="37033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데이터가 통합 시스템 없이 부분적으로만 기록될 가능성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1874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27432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불량 원인 분석 및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라인 피드백 지연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503920" y="37033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미표준화로 원인분석·피드백 사이클이 늦어질 리스크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근거자료 — Fact vs Assumption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추정과 사실을 구분하여 논리적 신뢰도를 확보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760720"/>
                <a:gridCol w="411480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근거/한계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Fact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M-SPHERE 2024에서 비전검사 통합 품질기술 공개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</a:rPr>
                        <a:t>현대모비스 공식 보도자료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Fact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현대오토에버가 MES·디지털트윈·비전AI 솔루션 실제 제공 중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</a:rPr>
                        <a:t>현대오토에버 공식 소개페이지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833A"/>
                          </a:solidFill>
                        </a:rPr>
                        <a:t>추정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검사 초기 단계는 여전히 육안검사(PP1)에 의존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</a:rPr>
                        <a:t>별도 기술 소개 = 전 라인 일괄적용 아님을 시사 / 실제 비율 비공개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833A"/>
                          </a:solidFill>
                        </a:rPr>
                        <a:t>추정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검사결과가 통합시스템 없이 부분 기록될 가능성(PP2)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</a:rPr>
                        <a:t>솔루션 존재 ≠ 전사 확산 확인됨 / 라인별 편차 미확인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833A"/>
                          </a:solidFill>
                        </a:rPr>
                        <a:t>추정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검사자 숙련도에 따른 검출률 편차 존재 가능(PP1)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</a:rPr>
                        <a:t>육안검사 공정의 산업 일반적 통념 / 기업 특정 데이터 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Digital/AI 솔루션 매핑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Point별 최적 기술 및 선정 근거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926080"/>
                <a:gridCol w="2743200"/>
                <a:gridCol w="3474720"/>
              </a:tblGrid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Pain Point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 솔루션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핵심 기술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선정 사유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PP1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검출률 편차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Vision AI 자동 외관검사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Computer Vision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(딥러닝 이미지 분류)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검사자 편차 제거, 24시간 일관된 기준 적용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PP2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데이터 파편화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데이터 표준화 + 통합 대시보드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Data Pipeline(ETL)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 BI Dashboard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모든 AI 솔루션의 전제조건, 구현 난이도 낮음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PP3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피드백 지연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실시간 이상탐지 + 자동 알림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Anomaly Detection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 RPA 연동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재작업 사이클타임 단축, PP2 이후 적용 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우선순위 매트릭스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vs Feasibility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926080" y="1554480"/>
            <a:ext cx="3017520" cy="2103120"/>
          </a:xfrm>
          <a:prstGeom prst="rect">
            <a:avLst/>
          </a:prstGeom>
          <a:solidFill>
            <a:srgbClr val="FDEEE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1554480"/>
            <a:ext cx="3017520" cy="2103120"/>
          </a:xfrm>
          <a:prstGeom prst="rect">
            <a:avLst/>
          </a:prstGeom>
          <a:solidFill>
            <a:srgbClr val="FCE0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3657600"/>
            <a:ext cx="3017520" cy="2103120"/>
          </a:xfrm>
          <a:prstGeom prst="rect">
            <a:avLst/>
          </a:prstGeom>
          <a:solidFill>
            <a:srgbClr val="EDEF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3657600"/>
            <a:ext cx="3017520" cy="2103120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8076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5440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5440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Fill-in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5852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35204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97019" y="2360981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8771" y="2187245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PP1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 검사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52437" y="2781605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4189" y="2607869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PP2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표준화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19472" y="4716475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4542739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PP3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이상탐지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1737360"/>
            <a:ext cx="2194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PP2 (데이터 표준화)</a:t>
            </a:r>
            <a:endParaRPr lang="en-US" sz="11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최우선 — 구현 난이도 낮고 PP1·PP3의 전제조건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PP1 (Vision AI)</a:t>
            </a:r>
            <a:endParaRPr lang="en-US" sz="11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Impact 최대, 단 모델 검증에 시간 소요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PP3 (실시간 이상탐지)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PP2 완료 후 진행 시 리스크 최소화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전환 로드맵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 → Mid-term → Long-term 단계적 접근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3063240"/>
            <a:ext cx="1033272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2926080"/>
            <a:ext cx="274320" cy="274320"/>
          </a:xfrm>
          <a:prstGeom prst="ellipse">
            <a:avLst/>
          </a:prstGeom>
          <a:solidFill>
            <a:srgbClr val="E883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42900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3611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0–3개월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3931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Win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43434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PP2. 검사 데이터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표준화 및 통합 대시보드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2926080"/>
            <a:ext cx="274320" cy="2743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342900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3611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3–9개월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3931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Mid-term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43434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PP1. 특정 라인 Pilot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 검사 도입·검증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46920" y="2926080"/>
            <a:ext cx="274320" cy="274320"/>
          </a:xfrm>
          <a:prstGeom prst="ellipse">
            <a:avLst/>
          </a:prstGeom>
          <a:solidFill>
            <a:srgbClr val="5B6B9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342900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3611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9–15개월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66760" y="3931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43434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PP3. 실시간 이상탐지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 구축 및 전사 확산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분석 인사이트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시뮬레이션 데이터 기반 — 데이터 표준화 이후 가능한 분석 형태를 예시로 제시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41732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846320"/>
            <a:ext cx="11064240" cy="14173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49834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육안검사는 근무조 간 편차가 뚜렷 (주간 81.5% vs 야간 75.3%, 약 6%p 차이) → </a:t>
            </a:r>
            <a:endParaRPr lang="en-US" sz="12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PP1 가설(피로도에 따른 검출률 편차)이 시뮬레이션 상 뒷받침됨.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AI는 근무조 관계없이 안정적 유지, 검사 속도도 약 2.4배 빠름 (생산성 부가효과)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기대 효과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 데이터 기준 정량적 효과 (실제 도입 시 검증 필요)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26387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402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+9.8%p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 검출률 향상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(78.5% → 88.3%)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92024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263875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22402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-58%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0" y="32918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소요시간 단축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(4.51초 → 1.87초)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92024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26387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22402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412480" y="32918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추정 미검출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(Escape) 불량 비중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표준화가 선행되어야 위 분석 자체가 가능해지며, Vision AI 확산은 Escape 불량 감소를 통해 후공정 재작업 비용과 고객 클레임 리스크를 낮추는 데 기여합니다.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377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실제 데이터 검증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MES/검사장비 로그 데이터 확보 및 실측치와 시뮬레이션 비교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410712" y="14630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7373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39312" y="2377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Quick Win 착수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639312" y="29718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PP2 데이터 표준화 파일럿을 특정 라인부터 우선 적용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72784" y="14630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7373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01384" y="2377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효과 검증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501384" y="29718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라인 성과를 바탕으로 확산 여부 및 범위 결정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9134856" y="14630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173736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63456" y="2377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전사 확산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9363456" y="29718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모델을 전체 라인/협력사 생태계로 확대 적용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" y="5349240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제안은 삼일PwC AX Advisory 지원을 위한 자기주도 학습 프로젝트로 작성되었습니다.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ax-advisory-prep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현대모비스 품질검사 프로세스 Digital/AI 전환 제안</dc:title>
  <dc:subject>PptxGenJS Presentation</dc:subject>
  <dc:creator>AX Advisory Prep Project</dc:creator>
  <cp:lastModifiedBy>AX Advisory Prep Project</cp:lastModifiedBy>
  <cp:revision>1</cp:revision>
  <dcterms:created xsi:type="dcterms:W3CDTF">2026-07-05T08:23:58Z</dcterms:created>
  <dcterms:modified xsi:type="dcterms:W3CDTF">2026-07-05T08:23:58Z</dcterms:modified>
</cp:coreProperties>
</file>